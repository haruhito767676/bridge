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プロジェクト計画書_議事録反映版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